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Poppins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4280B-C208-47FA-9BD4-BD9F62FD0DC7}">
  <a:tblStyle styleId="{1334280B-C208-47FA-9BD4-BD9F62FD0D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PoppinsMedium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italic.fntdata"/><Relationship Id="rId14" Type="http://schemas.openxmlformats.org/officeDocument/2006/relationships/slide" Target="slides/slide8.xml"/><Relationship Id="rId36" Type="http://schemas.openxmlformats.org/officeDocument/2006/relationships/font" Target="fonts/Poppins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fe65d84cc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fe65d84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7c077293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7c077293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f7c077293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c077293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7c077293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f7c077293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85badd7a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385badd7a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85badd7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385badd7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f385badd7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fe65d84cc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afe65d84cc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afe65d84cc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e65d84cc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fe65d84cc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afe65d84cc_0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85badd7a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385badd7a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f385badd7a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85badd7a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385badd7a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385badd7a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fe65d84cc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afe65d84cc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afe65d84cc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fe65d84cc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afe65d84cc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afe65d84cc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385badd7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385badd7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385badd7a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385badd7a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f385badd7a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f385badd7a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385badd7a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385badd7a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385badd7a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385badd7a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f385badd7a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f385badd7a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385badd7a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385badd7a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f385badd7a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85badd7a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385badd7a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f385badd7a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fe65d84cc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afe65d84cc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afe65d84cc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08d2d566f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b08d2d566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b08d2d566f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fe65d84cc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fe65d84cc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afe65d84cc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136cbe6e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b136cbe6e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b136cbe6e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hyperlink" Target="mailto:yeeshiun.chong@qiu.edu.mY" TargetMode="External"/><Relationship Id="rId6" Type="http://schemas.openxmlformats.org/officeDocument/2006/relationships/hyperlink" Target="mailto:norazlina.ismail@qiu.edu.my" TargetMode="External"/><Relationship Id="rId7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1A1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sign on it&#10;&#10;Description automatically generated with low confidence" id="61" name="Google Shape;61;p14"/>
          <p:cNvPicPr preferRelativeResize="0"/>
          <p:nvPr/>
        </p:nvPicPr>
        <p:blipFill rotWithShape="1">
          <a:blip r:embed="rId3">
            <a:alphaModFix/>
          </a:blip>
          <a:srcRect b="907" l="13518" r="0" t="17387"/>
          <a:stretch/>
        </p:blipFill>
        <p:spPr>
          <a:xfrm>
            <a:off x="4160400" y="-20125"/>
            <a:ext cx="6858397" cy="518374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4160400" cy="5143500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dk1"/>
              </a:gs>
            </a:gsLst>
            <a:lin ang="5400012" scaled="0"/>
          </a:gra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709" y="555659"/>
            <a:ext cx="3444978" cy="5288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1689" y="1518900"/>
            <a:ext cx="31770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MY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Clubs &amp; Societies Briefing </a:t>
            </a:r>
            <a:endParaRPr b="1" sz="2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2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MY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by: SLD, 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MY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 Chong Yee Shiun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7100" cy="3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Meeting Agenda</a:t>
            </a:r>
            <a:endParaRPr b="1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571500" y="1333500"/>
            <a:ext cx="7905750" cy="3009900"/>
            <a:chOff x="571500" y="1333500"/>
            <a:chExt cx="7905750" cy="3009900"/>
          </a:xfrm>
        </p:grpSpPr>
        <p:sp>
          <p:nvSpPr>
            <p:cNvPr id="73" name="Google Shape;73;p15"/>
            <p:cNvSpPr/>
            <p:nvPr/>
          </p:nvSpPr>
          <p:spPr>
            <a:xfrm>
              <a:off x="571500" y="1333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571500" y="1333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1047750" y="13335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11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Club Active Status Maintenance Requirements</a:t>
              </a:r>
              <a:endParaRPr b="0" sz="111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71500" y="200025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571500" y="20002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047750" y="200025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Permanent Venue Booking Arrangement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571500" y="26670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571500" y="26670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047750" y="26670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Event Proposal Submission &amp; Details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571500" y="333375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571500" y="33337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047750" y="333375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Poster Design and Publicity Requirements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71500" y="400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71500" y="400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1047750" y="40005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Event Reels Submission Requirement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4762500" y="1333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4762500" y="1333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5238750" y="13335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Event Documentation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762500" y="200025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4762500" y="20002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07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5238750" y="200025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AGM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762500" y="26670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4762500" y="26670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08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5238750" y="26670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11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Weekly Activity CCA Point Claim Guidelines</a:t>
              </a:r>
              <a:endParaRPr b="0" sz="111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762500" y="333375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4762500" y="33337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09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5238750" y="333375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Club T-Shirt Printing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762500" y="400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4762500" y="400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MY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</a:t>
              </a:r>
              <a:endParaRPr b="1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5238750" y="4000500"/>
              <a:ext cx="3238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MY" sz="1200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Club Fund Withdrawal Procedure</a:t>
              </a:r>
              <a:endParaRPr b="0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3410100" y="0"/>
            <a:ext cx="5373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Club Active Status Maintenance Requirements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5">
            <a:alphaModFix/>
          </a:blip>
          <a:srcRect b="4352" l="0" r="0" t="0"/>
          <a:stretch/>
        </p:blipFill>
        <p:spPr>
          <a:xfrm>
            <a:off x="6951000" y="3551995"/>
            <a:ext cx="2040525" cy="145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05225" y="1024775"/>
            <a:ext cx="84573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Conduct regular activities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Organize meetings, activities, or events regularly.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 not remain inactive for more than 3 consecutive months.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Organize at least one event per year. 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Submit required documents and records on time to the SLD.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Conduct AGM and maintain club leadership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Stay responsive to Student Life Division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Reply to official communication, requests, or instructions within 7 working days.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AGM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343350" y="990550"/>
            <a:ext cx="84573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Service Term: July 2026 – June 2027.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AGM Deadline: 30 September 2026.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Report Submission Deadline: 9 October 2026.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Committee Commitment: Newly elected committee members must be able to serve the full term (July 2026 – June 2027).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Documents to Submit: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AGM Report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Financial Report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Full Members List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Annual Activities Report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628" y="3149875"/>
            <a:ext cx="2202598" cy="156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3410100" y="0"/>
            <a:ext cx="5373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Permanent Venue Booking Arrangement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33100" y="1336650"/>
            <a:ext cx="86778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Google Form will be provided for semesterly permanent venue booking.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All clubs (including sports clubs for court bookings) are required to submit the request form every semester.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Venue allocation will be based on number of participants (pax) and availability.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Requests for a bigger room for one-off events must be submitted at least 1 week before the event via email to Ms YS.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Failure to secure a permanent booking will require weekly venue booking and may result in no venue availability.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Reminder: Do not park vehicles outside the basketball court area as it will block the bus. 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 title="qrcode_docs.google.co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75" y="126500"/>
            <a:ext cx="4667250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Proposal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89550" y="707400"/>
            <a:ext cx="84039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Discuss your event idea in details with your advisor / Ms YS before submitting the proposal.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Submission Deadlines: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i="1"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Small event (&lt;60 participants) - </a:t>
            </a:r>
            <a:r>
              <a:rPr b="1" i="1" lang="en-MY" sz="1500">
                <a:solidFill>
                  <a:srgbClr val="FF1A1A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1.5 months before the event</a:t>
            </a:r>
            <a:endParaRPr b="1" i="1" sz="1500">
              <a:solidFill>
                <a:srgbClr val="FF1A1A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i="1"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Big event (&gt;60 participants) - </a:t>
            </a:r>
            <a:r>
              <a:rPr b="1" i="1" lang="en-MY" sz="1500">
                <a:solidFill>
                  <a:srgbClr val="FF1A1A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3 months before the event</a:t>
            </a:r>
            <a:r>
              <a:rPr b="1" lang="en-MY" sz="1500">
                <a:solidFill>
                  <a:srgbClr val="FF1A1A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500">
              <a:solidFill>
                <a:srgbClr val="FF1A1A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46" name="Google Shape;146;p20"/>
          <p:cNvGraphicFramePr/>
          <p:nvPr/>
        </p:nvGraphicFramePr>
        <p:xfrm>
          <a:off x="576950" y="29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{1334280B-C208-47FA-9BD4-BD9F62FD0DC7}</a:tableStyleId>
              </a:tblPr>
              <a:tblGrid>
                <a:gridCol w="4103075"/>
                <a:gridCol w="410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Events that need to submit Proposal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Event that doesn’t need to submit Proposal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Involve non-club members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Open to QIU students/staff 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Involve third party (eg: invite speaker from outside) 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Weekly activity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Small event that involves within club members 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Advisor must be there if meeting outside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Poppins Medium"/>
                        <a:buChar char="-"/>
                      </a:pPr>
                      <a:r>
                        <a:rPr lang="en-MY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Must submit Indemnity Form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Proposal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70050" y="1115450"/>
            <a:ext cx="84039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Use the “Event Proposal Template”.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Email the Proposal to Ms YS, Ms Azlina, CC Ms Kasthury and Mr Desmond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Ms YS will acknowledge receipt and review the proposal.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Proposal will be submitted to the management for approval. It shall take about </a:t>
            </a:r>
            <a:r>
              <a:rPr b="1" lang="en-MY" sz="1500" u="sng">
                <a:solidFill>
                  <a:srgbClr val="FF1A1A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 weeks</a:t>
            </a: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. </a:t>
            </a: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Prepare the artwork (poster, design) while preparing the proposal.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Advisor’s signature is required. 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Dean’s signature is required for faculty related event.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All the signatures must be obtained before submitting the proposal to SLD for approval.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Proposal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5">
            <a:alphaModFix/>
          </a:blip>
          <a:srcRect b="0" l="0" r="0" t="12281"/>
          <a:stretch/>
        </p:blipFill>
        <p:spPr>
          <a:xfrm>
            <a:off x="1330035" y="1027525"/>
            <a:ext cx="6483925" cy="39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Content of the </a:t>
            </a:r>
            <a:endParaRPr b="1"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Proposal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370050" y="1115450"/>
            <a:ext cx="84039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Target Participants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Expected number of participants: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Eligibility: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ICT &amp; Maintenance Requirement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Logistic Arrangements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Transportation required / not required. By participants own transportation / university transportation etc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Departure Time: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Pickup Point: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Estimated Return Time: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Pickup Point: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Reels Submission Requirement</a:t>
            </a:r>
            <a:endParaRPr b="1"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370125" y="974650"/>
            <a:ext cx="8403900" cy="25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All clubs are required to produce one event reel for every event organized.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Upload the reel to the designated Google Drive.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Reels will be featured on the La Place LED Screen.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5570" y="2571750"/>
            <a:ext cx="3953000" cy="24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Indemnity Form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576950" y="1115450"/>
            <a:ext cx="84039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This form must be completed for </a:t>
            </a:r>
            <a:r>
              <a:rPr lang="en-MY" sz="1500" u="sng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ALL off-campus</a:t>
            </a: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 events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Students must submit the form before the event.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The completed form must be emailed at least 3 days before the event.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Upload all the documents in the Google Drive, then email to inform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Ms YS – </a:t>
            </a: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yeeshiun.chong@qiu.edu.my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CC Ms Azlina – </a:t>
            </a: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norazlina.ismail@qiu.edu.my</a:t>
            </a: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 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Ms YS  will acknowledge receipt of the email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7">
            <a:alphaModFix/>
          </a:blip>
          <a:srcRect b="21383" l="28723" r="27257" t="21199"/>
          <a:stretch/>
        </p:blipFill>
        <p:spPr>
          <a:xfrm>
            <a:off x="6791925" y="2571750"/>
            <a:ext cx="1467001" cy="19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 Place</a:t>
            </a: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Booking 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576950" y="1115450"/>
            <a:ext cx="8403900" cy="3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Complete the Google Booking Form (Refer to the SOP shared)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After submission, send an email to Ms YS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Email must include: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Purpose of the booking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Items to be sold or promoted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Brief description of activities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SLD will liaise with La Place’s PIC to verify availability.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Once confirmed, SLD will respond via email.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8675" y="2131425"/>
            <a:ext cx="2175325" cy="21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Budget Planning and Financial Guidelines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779" y="1027125"/>
            <a:ext cx="7952607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Poster Design and Publicity Requirements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370125" y="974650"/>
            <a:ext cx="84039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Poster Checklist: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Student Activity logo and Club/Project logo(s).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Organizer identified above the event title or at the bottom.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Event title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Tagline/purpose of the event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Date and day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Timing (from–to)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Venue/Platform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Registration method (if applicable)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CCA points (if applicable)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Contact details (name and phone number)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370125" y="4471500"/>
            <a:ext cx="84039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MY" sz="1500">
                <a:solidFill>
                  <a:srgbClr val="C00000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Remark: No human or AI-generated human images. Only actual QIU event photos are allowed. </a:t>
            </a:r>
            <a:endParaRPr b="1" sz="1500">
              <a:solidFill>
                <a:srgbClr val="C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Poster Design and Publicity Requirements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29" title="Poster - Guidelines.png"/>
          <p:cNvPicPr preferRelativeResize="0"/>
          <p:nvPr/>
        </p:nvPicPr>
        <p:blipFill rotWithShape="1">
          <a:blip r:embed="rId5">
            <a:alphaModFix/>
          </a:blip>
          <a:srcRect b="0" l="28274" r="0" t="2979"/>
          <a:stretch/>
        </p:blipFill>
        <p:spPr>
          <a:xfrm>
            <a:off x="2795950" y="1058050"/>
            <a:ext cx="5863875" cy="405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 title="QIU Student Activity_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050" y="1547725"/>
            <a:ext cx="2541901" cy="25419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9"/>
          <p:cNvCxnSpPr/>
          <p:nvPr/>
        </p:nvCxnSpPr>
        <p:spPr>
          <a:xfrm flipH="1" rot="10800000">
            <a:off x="2191075" y="1584400"/>
            <a:ext cx="621300" cy="750900"/>
          </a:xfrm>
          <a:prstGeom prst="straightConnector1">
            <a:avLst/>
          </a:prstGeom>
          <a:noFill/>
          <a:ln cap="flat" cmpd="sng" w="38100">
            <a:solidFill>
              <a:srgbClr val="FF1A1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3" name="Google Shape;233;p29" title="QSRC 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30125" y="1014900"/>
            <a:ext cx="983926" cy="983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29"/>
          <p:cNvCxnSpPr/>
          <p:nvPr/>
        </p:nvCxnSpPr>
        <p:spPr>
          <a:xfrm rot="10800000">
            <a:off x="6324775" y="1368950"/>
            <a:ext cx="1268700" cy="17100"/>
          </a:xfrm>
          <a:prstGeom prst="straightConnector1">
            <a:avLst/>
          </a:prstGeom>
          <a:noFill/>
          <a:ln cap="flat" cmpd="sng" w="38100">
            <a:solidFill>
              <a:srgbClr val="FF1A1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Documentation </a:t>
            </a:r>
            <a:endParaRPr b="1"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370125" y="974650"/>
            <a:ext cx="8403900" cy="30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Upon proposal approval, a Google Drive folder will be shared together with the approved proposal.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Clock-In/Clock-Out QR will be uploaded before the event. A separate Payment QR will be provided for ticketed events.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rabi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The folder consists of: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Event Documents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Event Photos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AutoNum type="alphaLcPeriod"/>
            </a:pPr>
            <a:r>
              <a:rPr lang="en-MY" sz="1500">
                <a:solidFill>
                  <a:schemeClr val="dk1"/>
                </a:solidFill>
                <a:highlight>
                  <a:schemeClr val="lt1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Invoices &amp; Receipts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Event Documentation </a:t>
            </a:r>
            <a:endParaRPr b="1"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370125" y="974650"/>
            <a:ext cx="8403900" cy="41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4. Upload the following documents: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Approved Event Proposal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Event Poster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Participants List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Post Mortem Report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Post-Event Survey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5. Upload all original purchase receipts. Bank transaction records are not accepted.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6. Prepare a Financial Record and submit all documents within 1 week after the event.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7. All documents should be uploaded within 2 weeks after the event.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Weekly Activity CCA Point Claim Guidelines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343350" y="990550"/>
            <a:ext cx="84573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Submit weekly attendance using the provided template.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Submit 2 documents: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Excel Attendance List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lphaL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Minutes of Meeting Report (Word)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Minutes of Meeting should summarize the discussion and activities conducted.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Activities may be online or offline, but must align with the club's objectives. (E.g. Indoor Club: Plato activities are not accepted.)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Both documents are required for CCA points to be awarded.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Club Fund Withdrawal Procedure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576950" y="1115450"/>
            <a:ext cx="84039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34290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Complete the Fund Withdrawal Form and obtain the Advisor's signature.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Submit fund withdrawal requests </a:t>
            </a:r>
            <a:r>
              <a:rPr b="1"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at least 2 weeks in advance</a:t>
            </a: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for weekly activities.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For events, submit the fund withdrawal request immediately after the event proposal is approved.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 Treasurer is responsible for maintaining an up-to-date financial record.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Keep and submit all original purchase receipts for financial verification.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T-shirt printing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576950" y="1115450"/>
            <a:ext cx="8403900" cy="3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Submit a proposal before production. 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T-shirt design must be approved by Digital Communications Team.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1" lang="en-MY" sz="1800">
                <a:solidFill>
                  <a:srgbClr val="C00000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QIU Logo must be at the left while Club logo at the right.</a:t>
            </a: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Require </a:t>
            </a:r>
            <a:r>
              <a:rPr b="1"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 external quotation</a:t>
            </a: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 internal quotation</a:t>
            </a: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. 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Quotation shall include the following details: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Unit price (by size or standard 1 price for all size)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Cloth materials: cotton/microfibre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Printing: One-sided / Two-sided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Colors: B&amp;W / 2 colors / multi-colors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Printing method: Silkscreen / DTF / Embroidery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81600" lvl="1" marL="12600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lphaLcPeriod"/>
            </a:pPr>
            <a:r>
              <a:rPr lang="en-MY" sz="16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Collar style: Round-neck / V-neck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0" name="Google Shape;28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4400" y="2833338"/>
            <a:ext cx="20764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5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List of Templates &amp; Forms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224325" y="844751"/>
            <a:ext cx="8403900" cy="41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AGM Report Template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Finance Report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Event Attendance List Template (excel)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External Event CCA Request Form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SLD Indemnity Form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Event Proposal Template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Student Organization Fund Withdrawal and Transfer Form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SOP to book La Place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Event Post Mortem Template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Full Member List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Post Event Survey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lang="en-MY" sz="18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Meeting Minutes Template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9000" y="3083111"/>
            <a:ext cx="2085000" cy="2085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956" y="350184"/>
            <a:ext cx="2326988" cy="35720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/>
        </p:nvSpPr>
        <p:spPr>
          <a:xfrm>
            <a:off x="4572000" y="0"/>
            <a:ext cx="4211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MY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Things to Do 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515925" y="2571750"/>
            <a:ext cx="81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99" name="Google Shape;299;p36"/>
          <p:cNvGraphicFramePr/>
          <p:nvPr/>
        </p:nvGraphicFramePr>
        <p:xfrm>
          <a:off x="460300" y="105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{1334280B-C208-47FA-9BD4-BD9F62FD0DC7}</a:tableStyleId>
              </a:tblPr>
              <a:tblGrid>
                <a:gridCol w="4111700"/>
                <a:gridCol w="3127300"/>
              </a:tblGrid>
              <a:tr h="44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MY" sz="1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Items</a:t>
                      </a:r>
                      <a:endParaRPr b="1" sz="1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MY" sz="1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Deadline</a:t>
                      </a:r>
                      <a:endParaRPr b="1" sz="1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10700">
                <a:tc>
                  <a:txBody>
                    <a:bodyPr/>
                    <a:lstStyle/>
                    <a:p>
                      <a:pPr indent="-330200" lvl="0" marL="457200" marR="1397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"/>
                        <a:buAutoNum type="arabicPeriod"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AGM Completion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 Dec 2025 (Wed)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1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 AGM Report Submission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 Jan 2026 (Fri)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7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 Fill up Google Form for number of member pax to use the room - use for permanent booking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 Dec 2025 (Fri), 1pm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64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 1 semester event calendar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 Jan 2026 (Fri)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5. Full members list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22 Dec 2025 (Mon)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00" name="Google Shape;30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0225" y="2930000"/>
            <a:ext cx="1898001" cy="18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1595250" y="2360440"/>
            <a:ext cx="5953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MY" sz="3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i="0" sz="1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